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Action1.xml" ContentType="application/vnd.ms-office.inkAct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
  </p:notesMasterIdLst>
  <p:handoutMasterIdLst>
    <p:handoutMasterId r:id="rId5"/>
  </p:handoutMasterIdLst>
  <p:sldIdLst>
    <p:sldId id="256" r:id="rId2"/>
    <p:sldId id="257" r:id="rId3"/>
  </p:sldIdLst>
  <p:sldSz cx="7559675" cy="107632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90" userDrawn="1">
          <p15:clr>
            <a:srgbClr val="A4A3A4"/>
          </p15:clr>
        </p15:guide>
        <p15:guide id="2" pos="44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roj Kumar Jha" initials="SKJ" lastIdx="1" clrIdx="0">
    <p:extLst>
      <p:ext uri="{19B8F6BF-5375-455C-9EA6-DF929625EA0E}">
        <p15:presenceInfo xmlns:p15="http://schemas.microsoft.com/office/powerpoint/2012/main" userId="a26069b991634b2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C0C2"/>
    <a:srgbClr val="F059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47" d="100"/>
          <a:sy n="47" d="100"/>
        </p:scale>
        <p:origin x="2304" y="42"/>
      </p:cViewPr>
      <p:guideLst>
        <p:guide orient="horz" pos="3390"/>
        <p:guide pos="44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00B7E-DF21-40F4-B509-8A1127EF3B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2158666-3D61-4DB6-8EC6-83C4C74489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C3F841-FE5A-4E89-B86E-EBF26ED8D5EB}" type="datetimeFigureOut">
              <a:rPr lang="en-IN" smtClean="0"/>
              <a:t>29-03-2022</a:t>
            </a:fld>
            <a:endParaRPr lang="en-IN"/>
          </a:p>
        </p:txBody>
      </p:sp>
      <p:sp>
        <p:nvSpPr>
          <p:cNvPr id="4" name="Footer Placeholder 3">
            <a:extLst>
              <a:ext uri="{FF2B5EF4-FFF2-40B4-BE49-F238E27FC236}">
                <a16:creationId xmlns:a16="http://schemas.microsoft.com/office/drawing/2014/main" id="{999FE59C-68F9-4912-AEED-20C9D33C55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CAE6B821-720E-44C8-AF98-BA8A174010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7A62F5-F46D-4B78-9C22-82EE538B2028}" type="slidenum">
              <a:rPr lang="en-IN" smtClean="0"/>
              <a:t>‹#›</a:t>
            </a:fld>
            <a:endParaRPr lang="en-IN"/>
          </a:p>
        </p:txBody>
      </p:sp>
    </p:spTree>
    <p:extLst>
      <p:ext uri="{BB962C8B-B14F-4D97-AF65-F5344CB8AC3E}">
        <p14:creationId xmlns:p14="http://schemas.microsoft.com/office/powerpoint/2010/main" val="4157579628"/>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2-03-28T10:30:20.076"/>
    </inkml:context>
    <inkml:brush xml:id="br0">
      <inkml:brushProperty name="width" value="0.05292" units="cm"/>
      <inkml:brushProperty name="height" value="0.05292" units="cm"/>
      <inkml:brushProperty name="color" value="#C00000"/>
    </inkml:brush>
    <inkml:brush xml:id="br1">
      <inkml:brushProperty name="width" value="0.055" units="cm"/>
      <inkml:brushProperty name="height" value="0.055" units="cm"/>
    </inkml:brush>
  </inkml:definitions>
  <iact:action type="add" startTime="4997">
    <iact:property name="dataType"/>
    <iact:actionData xml:id="d0">
      <inkml:trace xmlns:inkml="http://www.w3.org/2003/InkML" xml:id="stk0" contextRef="#ctx0" brushRef="#br0">7147 21769 0,'0'109'50,"-109"219"-45,-109-1 4,-55 110-2,55-55 3,54-55-4,110-109 2,-56-109 0,56-54 1,163-55 14,109 0-15,219 0 1,163 0-2,0-109 2,-54 0-2,0-55 3,-110 55-4,-109 54 4,-163-54-4,-55 0 2,-109 54 0,0 1 16,0-1-16,-109 55 0,0 0 0,0 0 0,0 109 0,54 1 0,1 53 0,-1-54 4,55 0-8,0 1 5,0-1-2,0-55 1,0 1 0</inkml:trace>
    </iact:actionData>
  </iact:action>
  <iact:action type="add" startTime="6199">
    <iact:property name="dataType" value="strokeEraser"/>
    <iact:actionData xml:id="d1">
      <inkml:trace xmlns:inkml="http://www.w3.org/2003/InkML" xml:id="stk1" contextRef="#ctx0" brushRef="#br1">36068 27006 0,'0'0'2,"0"55"36,0-1-31,-109 56 2,-164-1-1,109-55-1,55 1 1,-54-55 0,54 54 0,-1-54 0,1 0 1,0 0-2,55 0 1,-1 0 1,110-54 14,217-164-15,110-55 0,0 0 0,109-54 0,0-1 1,-109-54-2,55 0 2,-110-54-2,-108 109 1,-56 108 1,-108 110-2,-55 0 2,54 109-1,-108 164 16,-219 109-17,-163 163 1,-110-54 1,0-55-2,55-108 2,164-56-2,54-54 1,0-54 0,164-55 0,54 0 1,1-55-2,54-163 2,164-164-1,163-54-1,273-164 1,109-55 1,219-54-1,-219 109 0,-217 54 0,-110 110 0,-164 217-1,-164 56 1,-163 163 32,-109 218-32,-164 0 0,-109 0 1</inkml:trace>
    </iact:actionData>
  </iact:action>
  <iact:action type="remove" startTime="7150">
    <iact:property name="style" value="instant"/>
    <iact:actionData xml:id="d2" ref="#d0"/>
  </iact:action>
  <iact:action type="add" startTime="6927">
    <iact:property name="dataType" value="strokeEraser"/>
    <iact:actionData xml:id="d3">
      <inkml:trace xmlns:inkml="http://www.w3.org/2003/InkML" xml:id="stk2" contextRef="#ctx0" brushRef="#br1">37760 20950 0,'0'0'2,"0"164"4,0 163 2,0 219-1,0 109 1,-164 54 0,-109 273 0,0 55 1,-54-110-2,54-54 1,55-273 1,54-109-2,55-109 1,0-55 0,0-108 0,0-56 0,54 56 1,-54-56-2,0 1 1,54-55 0,-54 0 0,55 0 0,-1-54 0,55-1 16,0 55-16,-109 55 0,-55 109 82,-2837 2346-87,2946-2565 7,1-54-8,-1 0 30,1-54-9,54-55-14,0 0-2,0-1 1,0-53 0,0-110 0,0-164 0,163 1 0,110-55 1,0 109-2,54-54 1,1 108 0,-1 165 0,1 53 0,-110 1 0,55 55 0,-55-1 0,-54 55 0,-55-54 0,-55-1 1,1 55-2,0 0 25</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86BF8-2BC0-4148-888A-C3151B9FDE2B}" type="datetimeFigureOut">
              <a:rPr lang="en-IN" smtClean="0"/>
              <a:t>29-03-2022</a:t>
            </a:fld>
            <a:endParaRPr lang="en-IN"/>
          </a:p>
        </p:txBody>
      </p:sp>
      <p:sp>
        <p:nvSpPr>
          <p:cNvPr id="4" name="Slide Image Placeholder 3"/>
          <p:cNvSpPr>
            <a:spLocks noGrp="1" noRot="1" noChangeAspect="1"/>
          </p:cNvSpPr>
          <p:nvPr>
            <p:ph type="sldImg" idx="2"/>
          </p:nvPr>
        </p:nvSpPr>
        <p:spPr>
          <a:xfrm>
            <a:off x="2344738" y="1143000"/>
            <a:ext cx="21685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2389-2BA0-4B95-9D56-9CD7B9D923A6}" type="slidenum">
              <a:rPr lang="en-IN" smtClean="0"/>
              <a:t>‹#›</a:t>
            </a:fld>
            <a:endParaRPr lang="en-IN"/>
          </a:p>
        </p:txBody>
      </p:sp>
    </p:spTree>
    <p:extLst>
      <p:ext uri="{BB962C8B-B14F-4D97-AF65-F5344CB8AC3E}">
        <p14:creationId xmlns:p14="http://schemas.microsoft.com/office/powerpoint/2010/main" val="2406047037"/>
      </p:ext>
    </p:extLst>
  </p:cSld>
  <p:clrMap bg1="lt1" tx1="dk1" bg2="lt2" tx2="dk2" accent1="accent1" accent2="accent2" accent3="accent3" accent4="accent4" accent5="accent5" accent6="accent6" hlink="hlink" folHlink="folHlink"/>
  <p:notesStyle>
    <a:lvl1pPr marL="0" algn="l" defTabSz="999348" rtl="0" eaLnBrk="1" latinLnBrk="0" hangingPunct="1">
      <a:defRPr sz="1311" kern="1200">
        <a:solidFill>
          <a:schemeClr val="tx1"/>
        </a:solidFill>
        <a:latin typeface="+mn-lt"/>
        <a:ea typeface="+mn-ea"/>
        <a:cs typeface="+mn-cs"/>
      </a:defRPr>
    </a:lvl1pPr>
    <a:lvl2pPr marL="499674" algn="l" defTabSz="999348" rtl="0" eaLnBrk="1" latinLnBrk="0" hangingPunct="1">
      <a:defRPr sz="1311" kern="1200">
        <a:solidFill>
          <a:schemeClr val="tx1"/>
        </a:solidFill>
        <a:latin typeface="+mn-lt"/>
        <a:ea typeface="+mn-ea"/>
        <a:cs typeface="+mn-cs"/>
      </a:defRPr>
    </a:lvl2pPr>
    <a:lvl3pPr marL="999348" algn="l" defTabSz="999348" rtl="0" eaLnBrk="1" latinLnBrk="0" hangingPunct="1">
      <a:defRPr sz="1311" kern="1200">
        <a:solidFill>
          <a:schemeClr val="tx1"/>
        </a:solidFill>
        <a:latin typeface="+mn-lt"/>
        <a:ea typeface="+mn-ea"/>
        <a:cs typeface="+mn-cs"/>
      </a:defRPr>
    </a:lvl3pPr>
    <a:lvl4pPr marL="1499022" algn="l" defTabSz="999348" rtl="0" eaLnBrk="1" latinLnBrk="0" hangingPunct="1">
      <a:defRPr sz="1311" kern="1200">
        <a:solidFill>
          <a:schemeClr val="tx1"/>
        </a:solidFill>
        <a:latin typeface="+mn-lt"/>
        <a:ea typeface="+mn-ea"/>
        <a:cs typeface="+mn-cs"/>
      </a:defRPr>
    </a:lvl4pPr>
    <a:lvl5pPr marL="1998696" algn="l" defTabSz="999348" rtl="0" eaLnBrk="1" latinLnBrk="0" hangingPunct="1">
      <a:defRPr sz="1311" kern="1200">
        <a:solidFill>
          <a:schemeClr val="tx1"/>
        </a:solidFill>
        <a:latin typeface="+mn-lt"/>
        <a:ea typeface="+mn-ea"/>
        <a:cs typeface="+mn-cs"/>
      </a:defRPr>
    </a:lvl5pPr>
    <a:lvl6pPr marL="2498369" algn="l" defTabSz="999348" rtl="0" eaLnBrk="1" latinLnBrk="0" hangingPunct="1">
      <a:defRPr sz="1311" kern="1200">
        <a:solidFill>
          <a:schemeClr val="tx1"/>
        </a:solidFill>
        <a:latin typeface="+mn-lt"/>
        <a:ea typeface="+mn-ea"/>
        <a:cs typeface="+mn-cs"/>
      </a:defRPr>
    </a:lvl6pPr>
    <a:lvl7pPr marL="2998043" algn="l" defTabSz="999348" rtl="0" eaLnBrk="1" latinLnBrk="0" hangingPunct="1">
      <a:defRPr sz="1311" kern="1200">
        <a:solidFill>
          <a:schemeClr val="tx1"/>
        </a:solidFill>
        <a:latin typeface="+mn-lt"/>
        <a:ea typeface="+mn-ea"/>
        <a:cs typeface="+mn-cs"/>
      </a:defRPr>
    </a:lvl7pPr>
    <a:lvl8pPr marL="3497717" algn="l" defTabSz="999348" rtl="0" eaLnBrk="1" latinLnBrk="0" hangingPunct="1">
      <a:defRPr sz="1311" kern="1200">
        <a:solidFill>
          <a:schemeClr val="tx1"/>
        </a:solidFill>
        <a:latin typeface="+mn-lt"/>
        <a:ea typeface="+mn-ea"/>
        <a:cs typeface="+mn-cs"/>
      </a:defRPr>
    </a:lvl8pPr>
    <a:lvl9pPr marL="3997391" algn="l" defTabSz="999348" rtl="0" eaLnBrk="1" latinLnBrk="0" hangingPunct="1">
      <a:defRPr sz="13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462389-2BA0-4B95-9D56-9CD7B9D923A6}" type="slidenum">
              <a:rPr lang="en-IN" smtClean="0"/>
              <a:t>2</a:t>
            </a:fld>
            <a:endParaRPr lang="en-IN"/>
          </a:p>
        </p:txBody>
      </p:sp>
    </p:spTree>
    <p:extLst>
      <p:ext uri="{BB962C8B-B14F-4D97-AF65-F5344CB8AC3E}">
        <p14:creationId xmlns:p14="http://schemas.microsoft.com/office/powerpoint/2010/main" val="2974480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61486"/>
            <a:ext cx="6425724" cy="3747206"/>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53199"/>
            <a:ext cx="5669756" cy="2598626"/>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5" name="Footer Placeholder 4"/>
          <p:cNvSpPr>
            <a:spLocks noGrp="1"/>
          </p:cNvSpPr>
          <p:nvPr>
            <p:ph type="ftr" sz="quarter" idx="11"/>
          </p:nvPr>
        </p:nvSpPr>
        <p:spPr>
          <a:xfrm>
            <a:off x="2504143" y="9975941"/>
            <a:ext cx="2551390" cy="573043"/>
          </a:xfrm>
        </p:spPr>
        <p:txBody>
          <a:bodyPr/>
          <a:lstStyle/>
          <a:p>
            <a:r>
              <a:rPr lang="en-IN"/>
              <a:t>Vidyavantam - CBSE Mathematics</a:t>
            </a:r>
            <a:endParaRPr lang="en-IN" dirty="0"/>
          </a:p>
        </p:txBody>
      </p:sp>
    </p:spTree>
    <p:extLst>
      <p:ext uri="{BB962C8B-B14F-4D97-AF65-F5344CB8AC3E}">
        <p14:creationId xmlns:p14="http://schemas.microsoft.com/office/powerpoint/2010/main" val="55812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Vidyavantam - CBSE Mathematics</a:t>
            </a:r>
            <a:endParaRPr lang="en-IN" dirty="0"/>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524730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83341"/>
            <a:ext cx="6520220" cy="4477212"/>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202910"/>
            <a:ext cx="6520220" cy="2354460"/>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294685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65217"/>
            <a:ext cx="3212862" cy="6829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65217"/>
            <a:ext cx="3212862" cy="6829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3326265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73046"/>
            <a:ext cx="6520220" cy="208039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38492"/>
            <a:ext cx="3198096" cy="1293084"/>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4" name="Content Placeholder 3"/>
          <p:cNvSpPr>
            <a:spLocks noGrp="1"/>
          </p:cNvSpPr>
          <p:nvPr>
            <p:ph sz="half" idx="2"/>
          </p:nvPr>
        </p:nvSpPr>
        <p:spPr>
          <a:xfrm>
            <a:off x="520713" y="3931576"/>
            <a:ext cx="3198096" cy="57827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38492"/>
            <a:ext cx="3213847" cy="1293084"/>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6" name="Content Placeholder 5"/>
          <p:cNvSpPr>
            <a:spLocks noGrp="1"/>
          </p:cNvSpPr>
          <p:nvPr>
            <p:ph sz="quarter" idx="4"/>
          </p:nvPr>
        </p:nvSpPr>
        <p:spPr>
          <a:xfrm>
            <a:off x="3827086" y="3931576"/>
            <a:ext cx="3213847" cy="57827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IN"/>
              <a:t>Vidyavantam - CBSE Mathematics</a:t>
            </a:r>
          </a:p>
        </p:txBody>
      </p:sp>
      <p:sp>
        <p:nvSpPr>
          <p:cNvPr id="9" name="Slide Number Placeholder 8"/>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346277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IN"/>
              <a:t>Vidyavantam - CBSE Mathematics</a:t>
            </a:r>
          </a:p>
        </p:txBody>
      </p:sp>
      <p:sp>
        <p:nvSpPr>
          <p:cNvPr id="5" name="Slide Number Placeholder 4"/>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3277289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IN"/>
              <a:t>Vidyavantam - CBSE Mathematics</a:t>
            </a:r>
          </a:p>
        </p:txBody>
      </p:sp>
      <p:sp>
        <p:nvSpPr>
          <p:cNvPr id="4" name="Slide Number Placeholder 3"/>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419942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7550"/>
            <a:ext cx="2438192" cy="2511425"/>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49711"/>
            <a:ext cx="3827085" cy="7648884"/>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28975"/>
            <a:ext cx="2438192" cy="5982076"/>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340982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7550"/>
            <a:ext cx="2438192" cy="2511425"/>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49711"/>
            <a:ext cx="3827085" cy="7648884"/>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28975"/>
            <a:ext cx="2438192" cy="5982076"/>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423024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66671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73043"/>
            <a:ext cx="1630055" cy="91213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73043"/>
            <a:ext cx="4795669" cy="91213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a:p>
        </p:txBody>
      </p:sp>
    </p:spTree>
    <p:extLst>
      <p:ext uri="{BB962C8B-B14F-4D97-AF65-F5344CB8AC3E}">
        <p14:creationId xmlns:p14="http://schemas.microsoft.com/office/powerpoint/2010/main" val="98554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73046"/>
            <a:ext cx="6520220" cy="20803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65217"/>
            <a:ext cx="6520220" cy="682918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75941"/>
            <a:ext cx="1700927" cy="57304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2504143" y="9975941"/>
            <a:ext cx="2551390" cy="573043"/>
          </a:xfrm>
          <a:prstGeom prst="rect">
            <a:avLst/>
          </a:prstGeom>
        </p:spPr>
        <p:txBody>
          <a:bodyPr vert="horz" lIns="91440" tIns="45720" rIns="91440" bIns="45720" rtlCol="0" anchor="ctr"/>
          <a:lstStyle>
            <a:lvl1pPr algn="ctr">
              <a:defRPr sz="992">
                <a:solidFill>
                  <a:schemeClr val="tx1">
                    <a:tint val="75000"/>
                  </a:schemeClr>
                </a:solidFill>
              </a:defRPr>
            </a:lvl1pPr>
          </a:lstStyle>
          <a:p>
            <a:r>
              <a:rPr lang="en-IN"/>
              <a:t>Vidyavantam - CBSE Mathematics</a:t>
            </a:r>
          </a:p>
        </p:txBody>
      </p:sp>
      <p:sp>
        <p:nvSpPr>
          <p:cNvPr id="6" name="Slide Number Placeholder 5"/>
          <p:cNvSpPr>
            <a:spLocks noGrp="1"/>
          </p:cNvSpPr>
          <p:nvPr>
            <p:ph type="sldNum" sz="quarter" idx="4"/>
          </p:nvPr>
        </p:nvSpPr>
        <p:spPr>
          <a:xfrm>
            <a:off x="5339020" y="9975941"/>
            <a:ext cx="1700927" cy="573043"/>
          </a:xfrm>
          <a:prstGeom prst="rect">
            <a:avLst/>
          </a:prstGeom>
        </p:spPr>
        <p:txBody>
          <a:bodyPr vert="horz" lIns="91440" tIns="45720" rIns="91440" bIns="45720" rtlCol="0" anchor="ctr"/>
          <a:lstStyle>
            <a:lvl1pPr algn="r">
              <a:defRPr sz="992">
                <a:solidFill>
                  <a:schemeClr val="tx1">
                    <a:tint val="75000"/>
                  </a:schemeClr>
                </a:solidFill>
              </a:defRPr>
            </a:lvl1pPr>
          </a:lstStyle>
          <a:p>
            <a:fld id="{3BC85B59-F976-42FC-A57B-D0D07616E147}" type="slidenum">
              <a:rPr lang="en-IN" smtClean="0"/>
              <a:t>‹#›</a:t>
            </a:fld>
            <a:endParaRPr lang="en-IN"/>
          </a:p>
        </p:txBody>
      </p:sp>
    </p:spTree>
    <p:extLst>
      <p:ext uri="{BB962C8B-B14F-4D97-AF65-F5344CB8AC3E}">
        <p14:creationId xmlns:p14="http://schemas.microsoft.com/office/powerpoint/2010/main" val="18971924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microsoft.com/office/2011/relationships/inkAction" Target="../ink/inkAction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22">
            <a:extLst>
              <a:ext uri="{FF2B5EF4-FFF2-40B4-BE49-F238E27FC236}">
                <a16:creationId xmlns:a16="http://schemas.microsoft.com/office/drawing/2014/main" id="{76BDE179-444C-4EA2-9EF3-7C2B8482C378}"/>
              </a:ext>
            </a:extLst>
          </p:cNvPr>
          <p:cNvSpPr>
            <a:spLocks noChangeArrowheads="1"/>
          </p:cNvSpPr>
          <p:nvPr/>
        </p:nvSpPr>
        <p:spPr bwMode="auto">
          <a:xfrm>
            <a:off x="474663" y="4794885"/>
            <a:ext cx="6643687" cy="1331913"/>
          </a:xfrm>
          <a:prstGeom prst="roundRect">
            <a:avLst>
              <a:gd name="adj" fmla="val 16667"/>
            </a:avLst>
          </a:prstGeom>
          <a:solidFill>
            <a:srgbClr val="FFFFFF"/>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a:p>
        </p:txBody>
      </p:sp>
      <p:sp>
        <p:nvSpPr>
          <p:cNvPr id="25" name="AutoShape 23">
            <a:extLst>
              <a:ext uri="{FF2B5EF4-FFF2-40B4-BE49-F238E27FC236}">
                <a16:creationId xmlns:a16="http://schemas.microsoft.com/office/drawing/2014/main" id="{C4CBA484-C1ED-4FA1-A8FD-672609EE814F}"/>
              </a:ext>
            </a:extLst>
          </p:cNvPr>
          <p:cNvSpPr>
            <a:spLocks noChangeArrowheads="1"/>
          </p:cNvSpPr>
          <p:nvPr/>
        </p:nvSpPr>
        <p:spPr bwMode="auto">
          <a:xfrm>
            <a:off x="468313" y="6330791"/>
            <a:ext cx="2384425"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7" name="AutoShape 25">
            <a:extLst>
              <a:ext uri="{FF2B5EF4-FFF2-40B4-BE49-F238E27FC236}">
                <a16:creationId xmlns:a16="http://schemas.microsoft.com/office/drawing/2014/main" id="{030D9066-13D6-4069-AF81-6DB7B1AECDF0}"/>
              </a:ext>
            </a:extLst>
          </p:cNvPr>
          <p:cNvSpPr>
            <a:spLocks noChangeArrowheads="1"/>
          </p:cNvSpPr>
          <p:nvPr/>
        </p:nvSpPr>
        <p:spPr bwMode="auto">
          <a:xfrm>
            <a:off x="969964" y="4544060"/>
            <a:ext cx="1992312"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a:p>
        </p:txBody>
      </p:sp>
      <p:sp>
        <p:nvSpPr>
          <p:cNvPr id="28" name="AutoShape 26">
            <a:extLst>
              <a:ext uri="{FF2B5EF4-FFF2-40B4-BE49-F238E27FC236}">
                <a16:creationId xmlns:a16="http://schemas.microsoft.com/office/drawing/2014/main" id="{6164B1FF-2BB8-4976-B4C7-750803B33B84}"/>
              </a:ext>
            </a:extLst>
          </p:cNvPr>
          <p:cNvSpPr>
            <a:spLocks noChangeArrowheads="1"/>
          </p:cNvSpPr>
          <p:nvPr/>
        </p:nvSpPr>
        <p:spPr bwMode="auto">
          <a:xfrm>
            <a:off x="719138" y="4569460"/>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29" name="Oval 27">
            <a:extLst>
              <a:ext uri="{FF2B5EF4-FFF2-40B4-BE49-F238E27FC236}">
                <a16:creationId xmlns:a16="http://schemas.microsoft.com/office/drawing/2014/main" id="{6D3BED7F-A9AA-46DD-ADE5-5801D449B497}"/>
              </a:ext>
            </a:extLst>
          </p:cNvPr>
          <p:cNvSpPr>
            <a:spLocks noChangeArrowheads="1"/>
          </p:cNvSpPr>
          <p:nvPr/>
        </p:nvSpPr>
        <p:spPr bwMode="auto">
          <a:xfrm>
            <a:off x="630238" y="443134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a:p>
        </p:txBody>
      </p:sp>
      <p:sp>
        <p:nvSpPr>
          <p:cNvPr id="30" name="AutoShape 28">
            <a:extLst>
              <a:ext uri="{FF2B5EF4-FFF2-40B4-BE49-F238E27FC236}">
                <a16:creationId xmlns:a16="http://schemas.microsoft.com/office/drawing/2014/main" id="{AFBF183F-2780-438E-BF01-3E15EA23EE89}"/>
              </a:ext>
            </a:extLst>
          </p:cNvPr>
          <p:cNvSpPr>
            <a:spLocks noChangeArrowheads="1"/>
          </p:cNvSpPr>
          <p:nvPr/>
        </p:nvSpPr>
        <p:spPr bwMode="auto">
          <a:xfrm>
            <a:off x="474663" y="2953385"/>
            <a:ext cx="6643687" cy="1330325"/>
          </a:xfrm>
          <a:prstGeom prst="roundRect">
            <a:avLst>
              <a:gd name="adj" fmla="val 16667"/>
            </a:avLst>
          </a:prstGeom>
          <a:solidFill>
            <a:srgbClr val="ABDDDF"/>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a:p>
        </p:txBody>
      </p:sp>
      <p:sp>
        <p:nvSpPr>
          <p:cNvPr id="31" name="AutoShape 29">
            <a:extLst>
              <a:ext uri="{FF2B5EF4-FFF2-40B4-BE49-F238E27FC236}">
                <a16:creationId xmlns:a16="http://schemas.microsoft.com/office/drawing/2014/main" id="{B55D8F66-2193-4CBE-830F-4F2DD3ADD9A0}"/>
              </a:ext>
            </a:extLst>
          </p:cNvPr>
          <p:cNvSpPr>
            <a:spLocks noChangeArrowheads="1"/>
          </p:cNvSpPr>
          <p:nvPr/>
        </p:nvSpPr>
        <p:spPr bwMode="auto">
          <a:xfrm>
            <a:off x="1030288" y="2702560"/>
            <a:ext cx="2560636"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32" name="AutoShape 30">
            <a:extLst>
              <a:ext uri="{FF2B5EF4-FFF2-40B4-BE49-F238E27FC236}">
                <a16:creationId xmlns:a16="http://schemas.microsoft.com/office/drawing/2014/main" id="{D6AD8AF3-D86F-4D64-A0C3-B8F66A8FB8FB}"/>
              </a:ext>
            </a:extLst>
          </p:cNvPr>
          <p:cNvSpPr>
            <a:spLocks noChangeArrowheads="1"/>
          </p:cNvSpPr>
          <p:nvPr/>
        </p:nvSpPr>
        <p:spPr bwMode="auto">
          <a:xfrm>
            <a:off x="768349" y="2743835"/>
            <a:ext cx="2772233"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33" name="Oval 31">
            <a:extLst>
              <a:ext uri="{FF2B5EF4-FFF2-40B4-BE49-F238E27FC236}">
                <a16:creationId xmlns:a16="http://schemas.microsoft.com/office/drawing/2014/main" id="{778AC71E-1EE4-44EF-9F22-B6C649928B17}"/>
              </a:ext>
            </a:extLst>
          </p:cNvPr>
          <p:cNvSpPr>
            <a:spLocks noChangeArrowheads="1"/>
          </p:cNvSpPr>
          <p:nvPr/>
        </p:nvSpPr>
        <p:spPr bwMode="auto">
          <a:xfrm>
            <a:off x="690563" y="258984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4" name="Rectangle 32">
            <a:extLst>
              <a:ext uri="{FF2B5EF4-FFF2-40B4-BE49-F238E27FC236}">
                <a16:creationId xmlns:a16="http://schemas.microsoft.com/office/drawing/2014/main" id="{A0EC2E57-5697-426D-9C6C-CDEA739638B7}"/>
              </a:ext>
            </a:extLst>
          </p:cNvPr>
          <p:cNvSpPr>
            <a:spLocks noChangeArrowheads="1"/>
          </p:cNvSpPr>
          <p:nvPr/>
        </p:nvSpPr>
        <p:spPr bwMode="auto">
          <a:xfrm>
            <a:off x="0" y="-27147"/>
            <a:ext cx="7559675" cy="2297113"/>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41" name="AutoShape 39">
            <a:extLst>
              <a:ext uri="{FF2B5EF4-FFF2-40B4-BE49-F238E27FC236}">
                <a16:creationId xmlns:a16="http://schemas.microsoft.com/office/drawing/2014/main" id="{DEFEEEEF-7656-4E6A-A4D3-24199B9D268A}"/>
              </a:ext>
            </a:extLst>
          </p:cNvPr>
          <p:cNvSpPr>
            <a:spLocks noChangeArrowheads="1"/>
          </p:cNvSpPr>
          <p:nvPr/>
        </p:nvSpPr>
        <p:spPr bwMode="auto">
          <a:xfrm>
            <a:off x="4064000" y="7579360"/>
            <a:ext cx="3024188" cy="2036763"/>
          </a:xfrm>
          <a:prstGeom prst="roundRect">
            <a:avLst>
              <a:gd name="adj" fmla="val 10458"/>
            </a:avLst>
          </a:prstGeom>
          <a:solidFill>
            <a:srgbClr val="6FC6EF"/>
          </a:solidFill>
          <a:ln w="25400" algn="ctr">
            <a:solidFill>
              <a:srgbClr val="6FC6EF"/>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42" name="AutoShape 40">
            <a:extLst>
              <a:ext uri="{FF2B5EF4-FFF2-40B4-BE49-F238E27FC236}">
                <a16:creationId xmlns:a16="http://schemas.microsoft.com/office/drawing/2014/main" id="{9F948298-6956-49A7-8C2E-3E04D5A8F7C4}"/>
              </a:ext>
            </a:extLst>
          </p:cNvPr>
          <p:cNvSpPr>
            <a:spLocks noChangeArrowheads="1"/>
          </p:cNvSpPr>
          <p:nvPr/>
        </p:nvSpPr>
        <p:spPr bwMode="auto">
          <a:xfrm>
            <a:off x="4225925" y="7730173"/>
            <a:ext cx="2676525" cy="1712912"/>
          </a:xfrm>
          <a:prstGeom prst="roundRect">
            <a:avLst>
              <a:gd name="adj" fmla="val 7292"/>
            </a:avLst>
          </a:prstGeom>
          <a:noFill/>
          <a:ln w="25400" algn="ctr">
            <a:solidFill>
              <a:srgbClr val="FFFFFF"/>
            </a:solidFill>
            <a:prstDash val="dash"/>
            <a:round/>
            <a:headEnd/>
            <a:tailEnd/>
          </a:ln>
          <a:effectLst/>
          <a:extLst>
            <a:ext uri="{909E8E84-426E-40DD-AFC4-6F175D3DCCD1}">
              <a14:hiddenFill xmlns:a14="http://schemas.microsoft.com/office/drawing/2010/main">
                <a:solidFill>
                  <a:srgbClr val="6FC6EF"/>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43" name="Text Box 41">
            <a:extLst>
              <a:ext uri="{FF2B5EF4-FFF2-40B4-BE49-F238E27FC236}">
                <a16:creationId xmlns:a16="http://schemas.microsoft.com/office/drawing/2014/main" id="{14D543AA-AE8C-425D-B6C8-FCAD6375B11C}"/>
              </a:ext>
            </a:extLst>
          </p:cNvPr>
          <p:cNvSpPr txBox="1">
            <a:spLocks noChangeArrowheads="1"/>
          </p:cNvSpPr>
          <p:nvPr/>
        </p:nvSpPr>
        <p:spPr bwMode="auto">
          <a:xfrm>
            <a:off x="4067175" y="7138035"/>
            <a:ext cx="2914650" cy="438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sz="2200" b="1" i="0" u="none" strike="noStrike" cap="none" normalizeH="0" baseline="0" dirty="0">
                <a:ln>
                  <a:noFill/>
                </a:ln>
                <a:solidFill>
                  <a:srgbClr val="0070C0"/>
                </a:solidFill>
                <a:effectLst/>
                <a:latin typeface="Comic Sans MS" panose="030F0702030302020204" pitchFamily="66" charset="0"/>
              </a:rPr>
              <a:t>Do You Know?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3" name="Title 1">
            <a:extLst>
              <a:ext uri="{FF2B5EF4-FFF2-40B4-BE49-F238E27FC236}">
                <a16:creationId xmlns:a16="http://schemas.microsoft.com/office/drawing/2014/main" id="{5409F1B9-0927-4371-8480-957F720C1AF2}"/>
              </a:ext>
            </a:extLst>
          </p:cNvPr>
          <p:cNvSpPr txBox="1">
            <a:spLocks/>
          </p:cNvSpPr>
          <p:nvPr/>
        </p:nvSpPr>
        <p:spPr>
          <a:xfrm>
            <a:off x="507999" y="6357779"/>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endParaRPr lang="en-IN" sz="1500" b="1" dirty="0">
              <a:solidFill>
                <a:srgbClr val="F0597C"/>
              </a:solidFill>
            </a:endParaRPr>
          </a:p>
        </p:txBody>
      </p:sp>
      <p:sp>
        <p:nvSpPr>
          <p:cNvPr id="46" name="AutoShape 43">
            <a:extLst>
              <a:ext uri="{FF2B5EF4-FFF2-40B4-BE49-F238E27FC236}">
                <a16:creationId xmlns:a16="http://schemas.microsoft.com/office/drawing/2014/main" id="{2ED55025-0BF3-4D67-BCF0-72B18EF45922}"/>
              </a:ext>
            </a:extLst>
          </p:cNvPr>
          <p:cNvSpPr>
            <a:spLocks noChangeArrowheads="1"/>
          </p:cNvSpPr>
          <p:nvPr/>
        </p:nvSpPr>
        <p:spPr bwMode="auto">
          <a:xfrm>
            <a:off x="3590925" y="103965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48" name="Text Box 45">
            <a:extLst>
              <a:ext uri="{FF2B5EF4-FFF2-40B4-BE49-F238E27FC236}">
                <a16:creationId xmlns:a16="http://schemas.microsoft.com/office/drawing/2014/main" id="{A7E4F69A-D4A3-497A-A6CE-FD442B50C3A0}"/>
              </a:ext>
            </a:extLst>
          </p:cNvPr>
          <p:cNvSpPr txBox="1">
            <a:spLocks noChangeArrowheads="1"/>
          </p:cNvSpPr>
          <p:nvPr/>
        </p:nvSpPr>
        <p:spPr bwMode="auto">
          <a:xfrm>
            <a:off x="3590925" y="103124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Text Box 46">
            <a:extLst>
              <a:ext uri="{FF2B5EF4-FFF2-40B4-BE49-F238E27FC236}">
                <a16:creationId xmlns:a16="http://schemas.microsoft.com/office/drawing/2014/main" id="{6B604C76-480A-4AA4-917A-8AB1CFCE809C}"/>
              </a:ext>
            </a:extLst>
          </p:cNvPr>
          <p:cNvSpPr txBox="1">
            <a:spLocks noChangeArrowheads="1"/>
          </p:cNvSpPr>
          <p:nvPr/>
        </p:nvSpPr>
        <p:spPr bwMode="auto">
          <a:xfrm>
            <a:off x="0" y="103124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Vidyavantam — CBSE Mathematics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0" name="Text Box 47">
            <a:extLst>
              <a:ext uri="{FF2B5EF4-FFF2-40B4-BE49-F238E27FC236}">
                <a16:creationId xmlns:a16="http://schemas.microsoft.com/office/drawing/2014/main" id="{E6D772C1-8F37-42B8-9F10-5BC9ED8257C3}"/>
              </a:ext>
            </a:extLst>
          </p:cNvPr>
          <p:cNvSpPr txBox="1">
            <a:spLocks noChangeArrowheads="1"/>
          </p:cNvSpPr>
          <p:nvPr/>
        </p:nvSpPr>
        <p:spPr bwMode="auto">
          <a:xfrm>
            <a:off x="3971926" y="10323513"/>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Photosynthesis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Title 1">
            <a:extLst>
              <a:ext uri="{FF2B5EF4-FFF2-40B4-BE49-F238E27FC236}">
                <a16:creationId xmlns:a16="http://schemas.microsoft.com/office/drawing/2014/main" id="{FD728DE1-9029-4522-AF53-C33346F1F5BE}"/>
              </a:ext>
            </a:extLst>
          </p:cNvPr>
          <p:cNvSpPr txBox="1">
            <a:spLocks/>
          </p:cNvSpPr>
          <p:nvPr/>
        </p:nvSpPr>
        <p:spPr>
          <a:xfrm>
            <a:off x="1436211" y="2685415"/>
            <a:ext cx="2076777"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Learning Objectives</a:t>
            </a:r>
            <a:endParaRPr lang="en-IN" sz="1500" b="1" dirty="0"/>
          </a:p>
        </p:txBody>
      </p:sp>
      <p:sp>
        <p:nvSpPr>
          <p:cNvPr id="52" name="Title 1">
            <a:extLst>
              <a:ext uri="{FF2B5EF4-FFF2-40B4-BE49-F238E27FC236}">
                <a16:creationId xmlns:a16="http://schemas.microsoft.com/office/drawing/2014/main" id="{00374D90-EFA2-41D6-B50B-3EACF9C0F540}"/>
              </a:ext>
            </a:extLst>
          </p:cNvPr>
          <p:cNvSpPr txBox="1">
            <a:spLocks/>
          </p:cNvSpPr>
          <p:nvPr/>
        </p:nvSpPr>
        <p:spPr>
          <a:xfrm>
            <a:off x="1368188" y="4532948"/>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54" name="Title 1">
            <a:extLst>
              <a:ext uri="{FF2B5EF4-FFF2-40B4-BE49-F238E27FC236}">
                <a16:creationId xmlns:a16="http://schemas.microsoft.com/office/drawing/2014/main" id="{17F2AC0B-AE3F-40D0-9929-3751A94FA442}"/>
              </a:ext>
            </a:extLst>
          </p:cNvPr>
          <p:cNvSpPr txBox="1">
            <a:spLocks/>
          </p:cNvSpPr>
          <p:nvPr/>
        </p:nvSpPr>
        <p:spPr>
          <a:xfrm>
            <a:off x="484710" y="786923"/>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a:t>
            </a:r>
            <a:endParaRPr lang="en-IN" sz="3200" b="1" dirty="0">
              <a:solidFill>
                <a:srgbClr val="49C0C2"/>
              </a:solidFill>
            </a:endParaRPr>
          </a:p>
        </p:txBody>
      </p:sp>
      <p:sp>
        <p:nvSpPr>
          <p:cNvPr id="55" name="Title 1">
            <a:extLst>
              <a:ext uri="{FF2B5EF4-FFF2-40B4-BE49-F238E27FC236}">
                <a16:creationId xmlns:a16="http://schemas.microsoft.com/office/drawing/2014/main" id="{1C3A802C-0705-4D93-B7A8-941F2C56018F}"/>
              </a:ext>
            </a:extLst>
          </p:cNvPr>
          <p:cNvSpPr txBox="1">
            <a:spLocks/>
          </p:cNvSpPr>
          <p:nvPr/>
        </p:nvSpPr>
        <p:spPr>
          <a:xfrm>
            <a:off x="1380808" y="-20797"/>
            <a:ext cx="2941637" cy="2297113"/>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4800" b="1" dirty="0">
                <a:ln w="12700">
                  <a:solidFill>
                    <a:schemeClr val="tx1"/>
                  </a:solidFill>
                </a:ln>
                <a:solidFill>
                  <a:schemeClr val="bg1"/>
                </a:solidFill>
                <a:latin typeface="Comic Sans MS" panose="030F0702030302020204" pitchFamily="66" charset="0"/>
              </a:rPr>
              <a:t>Organ Systems</a:t>
            </a:r>
          </a:p>
        </p:txBody>
      </p:sp>
      <p:pic>
        <p:nvPicPr>
          <p:cNvPr id="7" name="Graphic 6">
            <a:extLst>
              <a:ext uri="{FF2B5EF4-FFF2-40B4-BE49-F238E27FC236}">
                <a16:creationId xmlns:a16="http://schemas.microsoft.com/office/drawing/2014/main" id="{58E35A94-D9F1-4559-A133-D1F687987A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253" y="2605725"/>
            <a:ext cx="709654" cy="709654"/>
          </a:xfrm>
          <a:prstGeom prst="rect">
            <a:avLst/>
          </a:prstGeom>
        </p:spPr>
      </p:pic>
      <p:pic>
        <p:nvPicPr>
          <p:cNvPr id="11" name="Graphic 10">
            <a:extLst>
              <a:ext uri="{FF2B5EF4-FFF2-40B4-BE49-F238E27FC236}">
                <a16:creationId xmlns:a16="http://schemas.microsoft.com/office/drawing/2014/main" id="{437F10FA-9A78-4246-9C5D-0EA89527F7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0364" y="4530087"/>
            <a:ext cx="555981" cy="555981"/>
          </a:xfrm>
          <a:prstGeom prst="rect">
            <a:avLst/>
          </a:prstGeom>
        </p:spPr>
      </p:pic>
    </p:spTree>
    <p:extLst>
      <p:ext uri="{BB962C8B-B14F-4D97-AF65-F5344CB8AC3E}">
        <p14:creationId xmlns:p14="http://schemas.microsoft.com/office/powerpoint/2010/main" val="1670962779"/>
      </p:ext>
    </p:extLst>
  </p:cSld>
  <p:clrMapOvr>
    <a:masterClrMapping/>
  </p:clrMapOvr>
  <mc:AlternateContent xmlns:mc="http://schemas.openxmlformats.org/markup-compatibility/2006" xmlns:p14="http://schemas.microsoft.com/office/powerpoint/2010/main">
    <mc:Choice Requires="p14">
      <p:transition spd="slow" p14:dur="2000" advTm="821"/>
    </mc:Choice>
    <mc:Fallback xmlns="">
      <p:transition spd="slow" advTm="82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D4FC7F3-52E3-407E-BC1A-3CFA53BBA251}"/>
              </a:ext>
            </a:extLst>
          </p:cNvPr>
          <p:cNvSpPr txBox="1">
            <a:spLocks noChangeArrowheads="1"/>
          </p:cNvSpPr>
          <p:nvPr/>
        </p:nvSpPr>
        <p:spPr bwMode="auto">
          <a:xfrm>
            <a:off x="589598" y="325120"/>
            <a:ext cx="6592887" cy="1052513"/>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IN" altLang="en-US" sz="1400" b="1" i="0" u="none" strike="noStrike" cap="none" normalizeH="0" baseline="0" dirty="0">
                <a:ln>
                  <a:noFill/>
                </a:ln>
                <a:solidFill>
                  <a:srgbClr val="E25B1C"/>
                </a:solidFill>
                <a:effectLst/>
                <a:latin typeface="Comic Sans MS" panose="030F0702030302020204" pitchFamily="66" charset="0"/>
              </a:rPr>
              <a:t>Why Aayush Kumar Jha is so cool </a:t>
            </a:r>
            <a:r>
              <a:rPr kumimoji="0" lang="ko-KR" altLang="en-US" sz="1400" b="1" i="0" u="none" strike="noStrike" cap="none" normalizeH="0" baseline="0" dirty="0">
                <a:ln>
                  <a:noFill/>
                </a:ln>
                <a:solidFill>
                  <a:srgbClr val="E25B1C"/>
                </a:solidFill>
                <a:effectLst/>
                <a:latin typeface="Comic Sans MS" panose="030F0702030302020204" pitchFamily="66" charset="0"/>
              </a:rPr>
              <a:t>뉀</a:t>
            </a:r>
            <a:r>
              <a:rPr kumimoji="0" lang="en-IN" altLang="ko-KR" sz="1400" b="1" i="0" u="none" strike="noStrike" cap="none" normalizeH="0" baseline="0" dirty="0">
                <a:ln>
                  <a:noFill/>
                </a:ln>
                <a:solidFill>
                  <a:srgbClr val="E25B1C"/>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ts val="800"/>
              </a:spcAft>
              <a:buClrTx/>
              <a:buSzTx/>
              <a:buFontTx/>
              <a:buNone/>
              <a:tabLst/>
            </a:pPr>
            <a:r>
              <a:rPr lang="en-IN" altLang="ko-KR" sz="1400" dirty="0">
                <a:solidFill>
                  <a:srgbClr val="000000"/>
                </a:solidFill>
                <a:latin typeface="Comic Sans MS" panose="030F0702030302020204" pitchFamily="66" charset="0"/>
              </a:rPr>
              <a:t>      </a:t>
            </a:r>
            <a:r>
              <a:rPr kumimoji="0" lang="en-IN" altLang="ko-KR" sz="1400" b="0" i="0" u="none" strike="noStrike" cap="none" normalizeH="0" baseline="0" dirty="0">
                <a:ln>
                  <a:noFill/>
                </a:ln>
                <a:solidFill>
                  <a:srgbClr val="000000"/>
                </a:solidFill>
                <a:effectLst/>
                <a:latin typeface="Comic Sans MS" panose="030F0702030302020204" pitchFamily="66" charset="0"/>
              </a:rPr>
              <a:t>Because I am cool.</a:t>
            </a:r>
          </a:p>
          <a:p>
            <a:pPr marL="0" marR="0" lvl="0" indent="0" algn="l" defTabSz="914400" rtl="0" eaLnBrk="0" fontAlgn="base" latinLnBrk="0" hangingPunct="0">
              <a:lnSpc>
                <a:spcPct val="100000"/>
              </a:lnSpc>
              <a:spcBef>
                <a:spcPct val="0"/>
              </a:spcBef>
              <a:spcAft>
                <a:spcPts val="800"/>
              </a:spcAft>
              <a:buClrTx/>
              <a:buSzTx/>
              <a:buFontTx/>
              <a:buNone/>
              <a:tabLst/>
            </a:pPr>
            <a:r>
              <a:rPr lang="en-IN" altLang="ko-KR" sz="1400" dirty="0">
                <a:solidFill>
                  <a:srgbClr val="000000"/>
                </a:solidFill>
                <a:latin typeface="Comic Sans MS" panose="030F0702030302020204" pitchFamily="66" charset="0"/>
              </a:rPr>
              <a:t>      </a:t>
            </a:r>
            <a:r>
              <a:rPr kumimoji="0" lang="en-IN" altLang="ko-KR" sz="1400" b="0" i="0" u="none" strike="noStrike" cap="none" normalizeH="0" baseline="0" dirty="0">
                <a:ln>
                  <a:noFill/>
                </a:ln>
                <a:solidFill>
                  <a:srgbClr val="000000"/>
                </a:solidFill>
                <a:effectLst/>
                <a:latin typeface="Comic Sans MS" panose="030F0702030302020204" pitchFamily="66" charset="0"/>
              </a:rPr>
              <a:t>Because I am cool.</a:t>
            </a:r>
            <a:endParaRPr kumimoji="0" lang="en-US" altLang="ko-KR" sz="1800" b="0" i="0" u="none" strike="noStrike" cap="none" normalizeH="0" baseline="0" dirty="0">
              <a:ln>
                <a:noFill/>
              </a:ln>
              <a:solidFill>
                <a:schemeClr val="tx1"/>
              </a:solidFill>
              <a:effectLst/>
              <a:latin typeface="Arial" panose="020B0604020202020204" pitchFamily="34" charset="0"/>
            </a:endParaRPr>
          </a:p>
        </p:txBody>
      </p:sp>
      <p:cxnSp>
        <p:nvCxnSpPr>
          <p:cNvPr id="2051" name="AutoShape 3">
            <a:extLst>
              <a:ext uri="{FF2B5EF4-FFF2-40B4-BE49-F238E27FC236}">
                <a16:creationId xmlns:a16="http://schemas.microsoft.com/office/drawing/2014/main" id="{0B3127C3-8B6B-44D7-95DF-50320914FEC3}"/>
              </a:ext>
            </a:extLst>
          </p:cNvPr>
          <p:cNvCxnSpPr>
            <a:cxnSpLocks noChangeShapeType="1"/>
          </p:cNvCxnSpPr>
          <p:nvPr/>
        </p:nvCxnSpPr>
        <p:spPr bwMode="auto">
          <a:xfrm>
            <a:off x="702310" y="786448"/>
            <a:ext cx="176213" cy="0"/>
          </a:xfrm>
          <a:prstGeom prst="straightConnector1">
            <a:avLst/>
          </a:prstGeom>
          <a:noFill/>
          <a:ln w="25400">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52" name="AutoShape 4">
            <a:extLst>
              <a:ext uri="{FF2B5EF4-FFF2-40B4-BE49-F238E27FC236}">
                <a16:creationId xmlns:a16="http://schemas.microsoft.com/office/drawing/2014/main" id="{ED75CE8E-B909-4E48-90D3-F7E04F8416D7}"/>
              </a:ext>
            </a:extLst>
          </p:cNvPr>
          <p:cNvCxnSpPr>
            <a:cxnSpLocks noChangeShapeType="1"/>
          </p:cNvCxnSpPr>
          <p:nvPr/>
        </p:nvCxnSpPr>
        <p:spPr bwMode="auto">
          <a:xfrm flipH="1" flipV="1">
            <a:off x="822960" y="724535"/>
            <a:ext cx="47625" cy="57150"/>
          </a:xfrm>
          <a:prstGeom prst="straightConnector1">
            <a:avLst/>
          </a:prstGeom>
          <a:noFill/>
          <a:ln w="25400">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53" name="AutoShape 5">
            <a:extLst>
              <a:ext uri="{FF2B5EF4-FFF2-40B4-BE49-F238E27FC236}">
                <a16:creationId xmlns:a16="http://schemas.microsoft.com/office/drawing/2014/main" id="{68511BA7-74F6-414B-BC1F-BF3617818463}"/>
              </a:ext>
            </a:extLst>
          </p:cNvPr>
          <p:cNvCxnSpPr>
            <a:cxnSpLocks noChangeShapeType="1"/>
          </p:cNvCxnSpPr>
          <p:nvPr/>
        </p:nvCxnSpPr>
        <p:spPr bwMode="auto">
          <a:xfrm flipV="1">
            <a:off x="811848" y="789623"/>
            <a:ext cx="57150" cy="46037"/>
          </a:xfrm>
          <a:prstGeom prst="straightConnector1">
            <a:avLst/>
          </a:prstGeom>
          <a:noFill/>
          <a:ln w="25400" algn="ctr">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54" name="AutoShape 6">
            <a:extLst>
              <a:ext uri="{FF2B5EF4-FFF2-40B4-BE49-F238E27FC236}">
                <a16:creationId xmlns:a16="http://schemas.microsoft.com/office/drawing/2014/main" id="{483CEE61-A46F-4D68-863A-A373CF77FBF8}"/>
              </a:ext>
            </a:extLst>
          </p:cNvPr>
          <p:cNvCxnSpPr>
            <a:cxnSpLocks noChangeShapeType="1"/>
          </p:cNvCxnSpPr>
          <p:nvPr/>
        </p:nvCxnSpPr>
        <p:spPr bwMode="auto">
          <a:xfrm>
            <a:off x="697548" y="1089025"/>
            <a:ext cx="176212" cy="0"/>
          </a:xfrm>
          <a:prstGeom prst="straightConnector1">
            <a:avLst/>
          </a:prstGeom>
          <a:noFill/>
          <a:ln w="25400" algn="ctr">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55" name="AutoShape 7">
            <a:extLst>
              <a:ext uri="{FF2B5EF4-FFF2-40B4-BE49-F238E27FC236}">
                <a16:creationId xmlns:a16="http://schemas.microsoft.com/office/drawing/2014/main" id="{539F28C9-7AEE-4404-BF8D-24E86B669A66}"/>
              </a:ext>
            </a:extLst>
          </p:cNvPr>
          <p:cNvCxnSpPr>
            <a:cxnSpLocks noChangeShapeType="1"/>
          </p:cNvCxnSpPr>
          <p:nvPr/>
        </p:nvCxnSpPr>
        <p:spPr bwMode="auto">
          <a:xfrm flipH="1" flipV="1">
            <a:off x="816610" y="1027113"/>
            <a:ext cx="47625" cy="57150"/>
          </a:xfrm>
          <a:prstGeom prst="straightConnector1">
            <a:avLst/>
          </a:prstGeom>
          <a:noFill/>
          <a:ln w="25400" algn="ctr">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56" name="AutoShape 8">
            <a:extLst>
              <a:ext uri="{FF2B5EF4-FFF2-40B4-BE49-F238E27FC236}">
                <a16:creationId xmlns:a16="http://schemas.microsoft.com/office/drawing/2014/main" id="{3961B0A2-BDD4-4E91-9D6A-2AB81C3D7BD3}"/>
              </a:ext>
            </a:extLst>
          </p:cNvPr>
          <p:cNvCxnSpPr>
            <a:cxnSpLocks noChangeShapeType="1"/>
          </p:cNvCxnSpPr>
          <p:nvPr/>
        </p:nvCxnSpPr>
        <p:spPr bwMode="auto">
          <a:xfrm flipV="1">
            <a:off x="807085" y="1092200"/>
            <a:ext cx="55563" cy="46038"/>
          </a:xfrm>
          <a:prstGeom prst="straightConnector1">
            <a:avLst/>
          </a:prstGeom>
          <a:noFill/>
          <a:ln w="25400" algn="ctr">
            <a:solidFill>
              <a:srgbClr val="F059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5" name="AutoShape 9">
            <a:extLst>
              <a:ext uri="{FF2B5EF4-FFF2-40B4-BE49-F238E27FC236}">
                <a16:creationId xmlns:a16="http://schemas.microsoft.com/office/drawing/2014/main" id="{CE1598A8-FACE-4658-89AB-BEA9D0D3064D}"/>
              </a:ext>
            </a:extLst>
          </p:cNvPr>
          <p:cNvSpPr>
            <a:spLocks noChangeArrowheads="1"/>
          </p:cNvSpPr>
          <p:nvPr/>
        </p:nvSpPr>
        <p:spPr bwMode="auto">
          <a:xfrm>
            <a:off x="2677160" y="1434783"/>
            <a:ext cx="2586038" cy="647700"/>
          </a:xfrm>
          <a:prstGeom prst="roundRect">
            <a:avLst>
              <a:gd name="adj" fmla="val 16667"/>
            </a:avLst>
          </a:prstGeom>
          <a:gradFill rotWithShape="0">
            <a:gsLst>
              <a:gs pos="0">
                <a:srgbClr val="006567"/>
              </a:gs>
              <a:gs pos="100000">
                <a:srgbClr val="128794"/>
              </a:gs>
            </a:gsLst>
            <a:lin ang="2700000" scaled="1"/>
          </a:gra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3200" dirty="0">
                <a:solidFill>
                  <a:schemeClr val="bg1"/>
                </a:solidFill>
                <a:latin typeface="Comic Sans MS" panose="030F0702030302020204" pitchFamily="66" charset="0"/>
              </a:rPr>
              <a:t>Exercise</a:t>
            </a:r>
          </a:p>
        </p:txBody>
      </p:sp>
      <p:sp>
        <p:nvSpPr>
          <p:cNvPr id="7" name="AutoShape 11">
            <a:extLst>
              <a:ext uri="{FF2B5EF4-FFF2-40B4-BE49-F238E27FC236}">
                <a16:creationId xmlns:a16="http://schemas.microsoft.com/office/drawing/2014/main" id="{075B1F36-7905-4213-A750-432008140A2B}"/>
              </a:ext>
            </a:extLst>
          </p:cNvPr>
          <p:cNvSpPr>
            <a:spLocks noChangeArrowheads="1"/>
          </p:cNvSpPr>
          <p:nvPr/>
        </p:nvSpPr>
        <p:spPr bwMode="auto">
          <a:xfrm>
            <a:off x="4877435" y="2341245"/>
            <a:ext cx="2211388"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8" name="AutoShape 12">
            <a:extLst>
              <a:ext uri="{FF2B5EF4-FFF2-40B4-BE49-F238E27FC236}">
                <a16:creationId xmlns:a16="http://schemas.microsoft.com/office/drawing/2014/main" id="{25F430FA-8B4B-4D16-98B7-1A09650CAAF3}"/>
              </a:ext>
            </a:extLst>
          </p:cNvPr>
          <p:cNvSpPr>
            <a:spLocks noChangeArrowheads="1"/>
          </p:cNvSpPr>
          <p:nvPr/>
        </p:nvSpPr>
        <p:spPr bwMode="auto">
          <a:xfrm>
            <a:off x="4877435" y="3544570"/>
            <a:ext cx="2211388" cy="625475"/>
          </a:xfrm>
          <a:prstGeom prst="roundRect">
            <a:avLst>
              <a:gd name="adj" fmla="val 50000"/>
            </a:avLst>
          </a:prstGeom>
          <a:solidFill>
            <a:srgbClr val="F68F1E"/>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9" name="AutoShape 13">
            <a:extLst>
              <a:ext uri="{FF2B5EF4-FFF2-40B4-BE49-F238E27FC236}">
                <a16:creationId xmlns:a16="http://schemas.microsoft.com/office/drawing/2014/main" id="{4133E365-14FD-42CA-8B5B-8370E56C6C7D}"/>
              </a:ext>
            </a:extLst>
          </p:cNvPr>
          <p:cNvSpPr>
            <a:spLocks noChangeArrowheads="1"/>
          </p:cNvSpPr>
          <p:nvPr/>
        </p:nvSpPr>
        <p:spPr bwMode="auto">
          <a:xfrm>
            <a:off x="4882198" y="4751070"/>
            <a:ext cx="2211387" cy="625475"/>
          </a:xfrm>
          <a:prstGeom prst="roundRect">
            <a:avLst>
              <a:gd name="adj" fmla="val 50000"/>
            </a:avLst>
          </a:prstGeom>
          <a:solidFill>
            <a:srgbClr val="F059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cxnSp>
        <p:nvCxnSpPr>
          <p:cNvPr id="2062" name="AutoShape 14">
            <a:extLst>
              <a:ext uri="{FF2B5EF4-FFF2-40B4-BE49-F238E27FC236}">
                <a16:creationId xmlns:a16="http://schemas.microsoft.com/office/drawing/2014/main" id="{FF1C1EE2-83C4-44A1-87E9-7EA1B97E295B}"/>
              </a:ext>
            </a:extLst>
          </p:cNvPr>
          <p:cNvCxnSpPr>
            <a:cxnSpLocks noChangeShapeType="1"/>
            <a:stCxn id="7" idx="2"/>
            <a:endCxn id="8" idx="0"/>
          </p:cNvCxnSpPr>
          <p:nvPr/>
        </p:nvCxnSpPr>
        <p:spPr bwMode="auto">
          <a:xfrm>
            <a:off x="5983129" y="2966720"/>
            <a:ext cx="0" cy="577850"/>
          </a:xfrm>
          <a:prstGeom prst="straightConnector1">
            <a:avLst/>
          </a:prstGeom>
          <a:noFill/>
          <a:ln w="25400">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063" name="AutoShape 15">
            <a:extLst>
              <a:ext uri="{FF2B5EF4-FFF2-40B4-BE49-F238E27FC236}">
                <a16:creationId xmlns:a16="http://schemas.microsoft.com/office/drawing/2014/main" id="{18DBFFBC-1799-4547-B400-CB4A74C28B0A}"/>
              </a:ext>
            </a:extLst>
          </p:cNvPr>
          <p:cNvCxnSpPr>
            <a:cxnSpLocks noChangeShapeType="1"/>
            <a:stCxn id="8" idx="2"/>
            <a:endCxn id="9" idx="0"/>
          </p:cNvCxnSpPr>
          <p:nvPr/>
        </p:nvCxnSpPr>
        <p:spPr bwMode="auto">
          <a:xfrm>
            <a:off x="5983129" y="4170045"/>
            <a:ext cx="4763" cy="581025"/>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10" name="AutoShape 16">
            <a:extLst>
              <a:ext uri="{FF2B5EF4-FFF2-40B4-BE49-F238E27FC236}">
                <a16:creationId xmlns:a16="http://schemas.microsoft.com/office/drawing/2014/main" id="{E333D181-58FA-42D6-B913-36E11BB6A590}"/>
              </a:ext>
            </a:extLst>
          </p:cNvPr>
          <p:cNvSpPr>
            <a:spLocks noChangeArrowheads="1"/>
          </p:cNvSpPr>
          <p:nvPr/>
        </p:nvSpPr>
        <p:spPr bwMode="auto">
          <a:xfrm>
            <a:off x="4882198" y="5946458"/>
            <a:ext cx="2211387" cy="623887"/>
          </a:xfrm>
          <a:prstGeom prst="roundRect">
            <a:avLst>
              <a:gd name="adj" fmla="val 50000"/>
            </a:avLst>
          </a:prstGeom>
          <a:solidFill>
            <a:srgbClr val="2BBEE1"/>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cxnSp>
        <p:nvCxnSpPr>
          <p:cNvPr id="2065" name="AutoShape 17">
            <a:extLst>
              <a:ext uri="{FF2B5EF4-FFF2-40B4-BE49-F238E27FC236}">
                <a16:creationId xmlns:a16="http://schemas.microsoft.com/office/drawing/2014/main" id="{0212DDA5-DB6D-44FA-99E1-83D5028D0EA1}"/>
              </a:ext>
            </a:extLst>
          </p:cNvPr>
          <p:cNvCxnSpPr>
            <a:cxnSpLocks noChangeShapeType="1"/>
            <a:stCxn id="9" idx="2"/>
            <a:endCxn id="10" idx="0"/>
          </p:cNvCxnSpPr>
          <p:nvPr/>
        </p:nvCxnSpPr>
        <p:spPr bwMode="auto">
          <a:xfrm>
            <a:off x="5987892" y="5376545"/>
            <a:ext cx="0" cy="569913"/>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11" name="Text Box 18">
            <a:extLst>
              <a:ext uri="{FF2B5EF4-FFF2-40B4-BE49-F238E27FC236}">
                <a16:creationId xmlns:a16="http://schemas.microsoft.com/office/drawing/2014/main" id="{703FBDEC-8D51-4B03-91CC-F454C98FCB9E}"/>
              </a:ext>
            </a:extLst>
          </p:cNvPr>
          <p:cNvSpPr txBox="1">
            <a:spLocks noChangeArrowheads="1"/>
          </p:cNvSpPr>
          <p:nvPr/>
        </p:nvSpPr>
        <p:spPr bwMode="auto">
          <a:xfrm>
            <a:off x="492760" y="2263458"/>
            <a:ext cx="3806825" cy="456247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sz="1400" b="1" i="0" u="none" strike="noStrike" cap="none" normalizeH="0" baseline="0" dirty="0">
                <a:ln>
                  <a:noFill/>
                </a:ln>
                <a:solidFill>
                  <a:srgbClr val="E8626F"/>
                </a:solidFill>
                <a:effectLst/>
                <a:latin typeface="Comic Sans MS" panose="030F0702030302020204" pitchFamily="66" charset="0"/>
              </a:rPr>
              <a:t>What is the most abundant metal in the world?</a:t>
            </a:r>
          </a:p>
          <a:p>
            <a:pPr lvl="1" algn="just" defTabSz="914400" eaLnBrk="0" fontAlgn="base" hangingPunct="0">
              <a:spcBef>
                <a:spcPct val="0"/>
              </a:spcBef>
              <a:spcAft>
                <a:spcPct val="0"/>
              </a:spcAft>
            </a:pPr>
            <a:r>
              <a:rPr kumimoji="0" lang="en-IN" altLang="en-US" sz="1400" b="0" i="0" u="none" strike="noStrike" cap="none" normalizeH="0" baseline="0" dirty="0">
                <a:ln>
                  <a:noFill/>
                </a:ln>
                <a:solidFill>
                  <a:srgbClr val="000000"/>
                </a:solidFill>
                <a:effectLst/>
                <a:latin typeface="Comic Sans MS" panose="030F0702030302020204" pitchFamily="66" charset="0"/>
              </a:rPr>
              <a:t>The most abundant metal in the world</a:t>
            </a:r>
          </a:p>
          <a:p>
            <a:pPr algn="just" defTabSz="914400" eaLnBrk="0" fontAlgn="base" hangingPunct="0">
              <a:spcBef>
                <a:spcPct val="0"/>
              </a:spcBef>
              <a:spcAft>
                <a:spcPct val="0"/>
              </a:spcAft>
            </a:pPr>
            <a:r>
              <a:rPr kumimoji="0" lang="en-IN" altLang="en-US" sz="1400" b="0" i="0" u="none" strike="noStrike" cap="none" normalizeH="0" baseline="0" dirty="0">
                <a:ln>
                  <a:noFill/>
                </a:ln>
                <a:solidFill>
                  <a:srgbClr val="000000"/>
                </a:solidFill>
                <a:effectLst/>
                <a:latin typeface="Comic Sans MS" panose="030F0702030302020204" pitchFamily="66" charset="0"/>
              </a:rPr>
              <a:t>is _________.</a:t>
            </a:r>
          </a:p>
          <a:p>
            <a:pPr algn="just" defTabSz="914400" eaLnBrk="0" fontAlgn="base" hangingPunct="0">
              <a:spcBef>
                <a:spcPct val="0"/>
              </a:spcBef>
              <a:spcAft>
                <a:spcPct val="0"/>
              </a:spcAft>
            </a:pPr>
            <a:r>
              <a:rPr kumimoji="0" lang="en-IN" altLang="en-US" sz="1400" b="0" i="0" u="none" strike="noStrike" cap="none" normalizeH="0" baseline="0" dirty="0">
                <a:ln>
                  <a:noFill/>
                </a:ln>
                <a:solidFill>
                  <a:srgbClr val="000000"/>
                </a:solidFill>
                <a:effectLst/>
                <a:latin typeface="Comic Sans MS" panose="030F0702030302020204" pitchFamily="66" charset="0"/>
              </a:rPr>
              <a:t>Is the most banquet element is the world but the most tatti element is Hydrogen. And the most. Is the most banquet element is the world but the most tatti element is Hydrogen. And the most. Is the most banquet element is the world but the most tatti element is Hydrogen. And the most. Is the most banquet element is the world but the most tatti element is Hydrogen. And the most. Is the most banquet element is the world but the most tatti element is Hydrogen. And the most. Is the most banquet element is the world but the most tatti element is Hydrogen. And the most. Is the most banquet element is the world but the most tatti element is Hydrogen.</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067" name="Picture 19" descr="26480-4-airplane-clipart">
            <a:extLst>
              <a:ext uri="{FF2B5EF4-FFF2-40B4-BE49-F238E27FC236}">
                <a16:creationId xmlns:a16="http://schemas.microsoft.com/office/drawing/2014/main" id="{8370A668-5994-4904-AB4E-62A002360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4080" r="17339" b="-12357"/>
          <a:stretch>
            <a:fillRect/>
          </a:stretch>
        </p:blipFill>
        <p:spPr bwMode="auto">
          <a:xfrm>
            <a:off x="516573" y="7081520"/>
            <a:ext cx="2033587" cy="1330325"/>
          </a:xfrm>
          <a:prstGeom prst="roundRect">
            <a:avLst>
              <a:gd name="adj" fmla="val 16667"/>
            </a:avLst>
          </a:prstGeom>
          <a:noFill/>
          <a:ln w="25400" algn="ctr">
            <a:solidFill>
              <a:srgbClr val="000000"/>
            </a:solidFill>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2068" name="Picture 20" descr="26480-4-airplane-clipart">
            <a:extLst>
              <a:ext uri="{FF2B5EF4-FFF2-40B4-BE49-F238E27FC236}">
                <a16:creationId xmlns:a16="http://schemas.microsoft.com/office/drawing/2014/main" id="{CCF72D7B-3D0E-4C99-8957-3D326455D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4080" r="17339" b="-12357"/>
          <a:stretch>
            <a:fillRect/>
          </a:stretch>
        </p:blipFill>
        <p:spPr bwMode="auto">
          <a:xfrm>
            <a:off x="2793048" y="7071995"/>
            <a:ext cx="2033587" cy="1330325"/>
          </a:xfrm>
          <a:prstGeom prst="roundRect">
            <a:avLst>
              <a:gd name="adj" fmla="val 16667"/>
            </a:avLst>
          </a:prstGeom>
          <a:noFill/>
          <a:ln w="25400" algn="ctr">
            <a:solidFill>
              <a:srgbClr val="000000"/>
            </a:solidFill>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2069" name="Picture 21" descr="26480-4-airplane-clipart">
            <a:extLst>
              <a:ext uri="{FF2B5EF4-FFF2-40B4-BE49-F238E27FC236}">
                <a16:creationId xmlns:a16="http://schemas.microsoft.com/office/drawing/2014/main" id="{7A988894-B45F-4B80-BDA7-37F0F4613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4080" r="17339" b="-12357"/>
          <a:stretch>
            <a:fillRect/>
          </a:stretch>
        </p:blipFill>
        <p:spPr bwMode="auto">
          <a:xfrm>
            <a:off x="5061585" y="7081520"/>
            <a:ext cx="2032000" cy="1330325"/>
          </a:xfrm>
          <a:prstGeom prst="roundRect">
            <a:avLst>
              <a:gd name="adj" fmla="val 16667"/>
            </a:avLst>
          </a:prstGeom>
          <a:noFill/>
          <a:ln w="25400" algn="ctr">
            <a:solidFill>
              <a:srgbClr val="000000"/>
            </a:solidFill>
            <a:round/>
            <a:headEnd/>
            <a:tailEnd/>
          </a:ln>
          <a:effectLst/>
          <a:extLst>
            <a:ext uri="{909E8E84-426E-40DD-AFC4-6F175D3DCCD1}">
              <a14:hiddenFill xmlns:a14="http://schemas.microsoft.com/office/drawing/2010/main">
                <a:solidFill>
                  <a:srgbClr val="5B9BD5"/>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pic>
      <p:graphicFrame>
        <p:nvGraphicFramePr>
          <p:cNvPr id="13" name="Table 12">
            <a:extLst>
              <a:ext uri="{FF2B5EF4-FFF2-40B4-BE49-F238E27FC236}">
                <a16:creationId xmlns:a16="http://schemas.microsoft.com/office/drawing/2014/main" id="{7A06E1D3-CC44-44D1-928A-11DBC81F7CB9}"/>
              </a:ext>
            </a:extLst>
          </p:cNvPr>
          <p:cNvGraphicFramePr>
            <a:graphicFrameLocks noGrp="1"/>
          </p:cNvGraphicFramePr>
          <p:nvPr>
            <p:extLst>
              <p:ext uri="{D42A27DB-BD31-4B8C-83A1-F6EECF244321}">
                <p14:modId xmlns:p14="http://schemas.microsoft.com/office/powerpoint/2010/main" val="3836231414"/>
              </p:ext>
            </p:extLst>
          </p:nvPr>
        </p:nvGraphicFramePr>
        <p:xfrm>
          <a:off x="500697" y="8610283"/>
          <a:ext cx="6611303" cy="741680"/>
        </p:xfrm>
        <a:graphic>
          <a:graphicData uri="http://schemas.openxmlformats.org/drawingml/2006/table">
            <a:tbl>
              <a:tblPr firstRow="1" bandRow="1">
                <a:tableStyleId>{21E4AEA4-8DFA-4A89-87EB-49C32662AFE0}</a:tableStyleId>
              </a:tblPr>
              <a:tblGrid>
                <a:gridCol w="1657747">
                  <a:extLst>
                    <a:ext uri="{9D8B030D-6E8A-4147-A177-3AD203B41FA5}">
                      <a16:colId xmlns:a16="http://schemas.microsoft.com/office/drawing/2014/main" val="406802693"/>
                    </a:ext>
                  </a:extLst>
                </a:gridCol>
                <a:gridCol w="1657747">
                  <a:extLst>
                    <a:ext uri="{9D8B030D-6E8A-4147-A177-3AD203B41FA5}">
                      <a16:colId xmlns:a16="http://schemas.microsoft.com/office/drawing/2014/main" val="1213310121"/>
                    </a:ext>
                  </a:extLst>
                </a:gridCol>
                <a:gridCol w="1657747">
                  <a:extLst>
                    <a:ext uri="{9D8B030D-6E8A-4147-A177-3AD203B41FA5}">
                      <a16:colId xmlns:a16="http://schemas.microsoft.com/office/drawing/2014/main" val="3624571396"/>
                    </a:ext>
                  </a:extLst>
                </a:gridCol>
                <a:gridCol w="1638062">
                  <a:extLst>
                    <a:ext uri="{9D8B030D-6E8A-4147-A177-3AD203B41FA5}">
                      <a16:colId xmlns:a16="http://schemas.microsoft.com/office/drawing/2014/main" val="2405750378"/>
                    </a:ext>
                  </a:extLst>
                </a:gridCol>
              </a:tblGrid>
              <a:tr h="370840">
                <a:tc>
                  <a:txBody>
                    <a:bodyPr/>
                    <a:lstStyle/>
                    <a:p>
                      <a:pPr algn="ctr"/>
                      <a:r>
                        <a:rPr lang="en-IN" sz="1800" dirty="0">
                          <a:latin typeface="Comic Sans MS" panose="030F0702030302020204" pitchFamily="66"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latin typeface="Comic Sans MS" panose="030F0702030302020204" pitchFamily="66" charset="0"/>
                        </a:rPr>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latin typeface="Comic Sans MS" panose="030F0702030302020204" pitchFamily="66" charset="0"/>
                        </a:rPr>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latin typeface="Comic Sans MS" panose="030F0702030302020204" pitchFamily="66" charset="0"/>
                        </a:rPr>
                        <a:t>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938858"/>
                  </a:ext>
                </a:extLst>
              </a:tr>
              <a:tr h="370840">
                <a:tc>
                  <a:txBody>
                    <a:bodyPr/>
                    <a:lstStyle/>
                    <a:p>
                      <a:pPr algn="ctr"/>
                      <a:r>
                        <a:rPr lang="en-IN" sz="1600" dirty="0">
                          <a:latin typeface="Comic Sans MS" panose="030F0702030302020204" pitchFamily="66" charset="0"/>
                        </a:rPr>
                        <a:t>Aayush</a:t>
                      </a:r>
                      <a:endParaRPr lang="en-IN" sz="1600" dirty="0">
                        <a:solidFill>
                          <a:schemeClr val="bg1"/>
                        </a:solidFill>
                        <a:latin typeface="Comic Sans MS" panose="030F0702030302020204"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Comic Sans MS" panose="030F0702030302020204" pitchFamily="66" charset="0"/>
                        </a:rPr>
                        <a:t>88</a:t>
                      </a:r>
                      <a:endParaRPr lang="en-IN" sz="1600" dirty="0">
                        <a:solidFill>
                          <a:schemeClr val="bg1"/>
                        </a:solidFill>
                        <a:latin typeface="Comic Sans MS" panose="030F0702030302020204"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Comic Sans MS" panose="030F0702030302020204" pitchFamily="66" charset="0"/>
                        </a:rPr>
                        <a:t>7</a:t>
                      </a:r>
                      <a:endParaRPr lang="en-IN" sz="1600" dirty="0">
                        <a:solidFill>
                          <a:schemeClr val="bg1"/>
                        </a:solidFill>
                        <a:latin typeface="Comic Sans MS" panose="030F0702030302020204"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Comic Sans MS" panose="030F0702030302020204" pitchFamily="66" charset="0"/>
                        </a:rPr>
                        <a:t>A</a:t>
                      </a:r>
                      <a:endParaRPr lang="en-IN" sz="1600" dirty="0">
                        <a:solidFill>
                          <a:schemeClr val="bg1"/>
                        </a:solidFill>
                        <a:latin typeface="Comic Sans MS" panose="030F0702030302020204"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6193167"/>
                  </a:ext>
                </a:extLst>
              </a:tr>
            </a:tbl>
          </a:graphicData>
        </a:graphic>
      </p:graphicFrame>
      <p:sp>
        <p:nvSpPr>
          <p:cNvPr id="29" name="AutoShape 43">
            <a:extLst>
              <a:ext uri="{FF2B5EF4-FFF2-40B4-BE49-F238E27FC236}">
                <a16:creationId xmlns:a16="http://schemas.microsoft.com/office/drawing/2014/main" id="{1DF0CDD4-2125-40B2-9C5C-FDCCF294B9AD}"/>
              </a:ext>
            </a:extLst>
          </p:cNvPr>
          <p:cNvSpPr>
            <a:spLocks noChangeArrowheads="1"/>
          </p:cNvSpPr>
          <p:nvPr/>
        </p:nvSpPr>
        <p:spPr bwMode="auto">
          <a:xfrm>
            <a:off x="3590925" y="103965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a:p>
        </p:txBody>
      </p:sp>
      <p:sp>
        <p:nvSpPr>
          <p:cNvPr id="31" name="Text Box 45">
            <a:extLst>
              <a:ext uri="{FF2B5EF4-FFF2-40B4-BE49-F238E27FC236}">
                <a16:creationId xmlns:a16="http://schemas.microsoft.com/office/drawing/2014/main" id="{33BD8A64-0577-4385-AA39-73FD375BF99A}"/>
              </a:ext>
            </a:extLst>
          </p:cNvPr>
          <p:cNvSpPr txBox="1">
            <a:spLocks noChangeArrowheads="1"/>
          </p:cNvSpPr>
          <p:nvPr/>
        </p:nvSpPr>
        <p:spPr bwMode="auto">
          <a:xfrm>
            <a:off x="3590925" y="103124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Text Box 46">
            <a:extLst>
              <a:ext uri="{FF2B5EF4-FFF2-40B4-BE49-F238E27FC236}">
                <a16:creationId xmlns:a16="http://schemas.microsoft.com/office/drawing/2014/main" id="{04E9185A-6B11-4F43-BB8F-DCEA5FCC9D2F}"/>
              </a:ext>
            </a:extLst>
          </p:cNvPr>
          <p:cNvSpPr txBox="1">
            <a:spLocks noChangeArrowheads="1"/>
          </p:cNvSpPr>
          <p:nvPr/>
        </p:nvSpPr>
        <p:spPr bwMode="auto">
          <a:xfrm>
            <a:off x="0" y="103124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Vidyavantam — CBSE Mathematics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3" name="Text Box 47">
            <a:extLst>
              <a:ext uri="{FF2B5EF4-FFF2-40B4-BE49-F238E27FC236}">
                <a16:creationId xmlns:a16="http://schemas.microsoft.com/office/drawing/2014/main" id="{547D8982-62AF-41C2-9BE4-0326608FA133}"/>
              </a:ext>
            </a:extLst>
          </p:cNvPr>
          <p:cNvSpPr txBox="1">
            <a:spLocks noChangeArrowheads="1"/>
          </p:cNvSpPr>
          <p:nvPr/>
        </p:nvSpPr>
        <p:spPr bwMode="auto">
          <a:xfrm>
            <a:off x="3968273" y="103124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Photosynthesis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xmlns:iact="http://schemas.microsoft.com/office/powerpoint/2014/inkAction">
        <mc:Choice Requires="p14 iact">
          <p:contentPart p14:bwMode="auto" r:id="rId4">
            <p14:nvContentPartPr>
              <p14:cNvPr id="20" name="Ink 19">
                <a:extLst>
                  <a:ext uri="{FF2B5EF4-FFF2-40B4-BE49-F238E27FC236}">
                    <a16:creationId xmlns:a16="http://schemas.microsoft.com/office/drawing/2014/main" id="{400A6DA6-63D5-43D2-BE85-464717DAB4A2}"/>
                  </a:ext>
                </a:extLst>
              </p14:cNvPr>
              <p14:cNvContentPartPr/>
              <p14:nvPr>
                <p:extLst>
                  <p:ext uri="{42D2F446-02D8-4167-A562-619A0277C38B}">
                    <p15:isNarration xmlns:p15="http://schemas.microsoft.com/office/powerpoint/2012/main" val="1"/>
                  </p:ext>
                </p:extLst>
              </p14:nvPr>
            </p14:nvContentPartPr>
            <p14:xfrm>
              <a:off x="8102539" y="9810719"/>
              <a:ext cx="2" cy="2"/>
            </p14:xfrm>
          </p:contentPart>
        </mc:Choice>
        <mc:Fallback xmlns="">
          <p:pic>
            <p:nvPicPr>
              <p:cNvPr id="20" name="Ink 19">
                <a:extLst>
                  <a:ext uri="{FF2B5EF4-FFF2-40B4-BE49-F238E27FC236}">
                    <a16:creationId xmlns:a16="http://schemas.microsoft.com/office/drawing/2014/main" id="{400A6DA6-63D5-43D2-BE85-464717DAB4A2}"/>
                  </a:ext>
                </a:extLst>
              </p:cNvPr>
              <p:cNvPicPr>
                <a:picLocks noGrp="1" noRot="1" noChangeAspect="1" noMove="1" noResize="1" noEditPoints="1" noAdjustHandles="1" noChangeArrowheads="1" noChangeShapeType="1"/>
              </p:cNvPicPr>
              <p:nvPr/>
            </p:nvPicPr>
            <p:blipFill>
              <a:blip r:embed="rId5"/>
              <a:stretch>
                <a:fillRect/>
              </a:stretch>
            </p:blipFill>
            <p:spPr>
              <a:xfrm>
                <a:off x="8102539" y="9810719"/>
                <a:ext cx="2" cy="2"/>
              </a:xfrm>
              <a:prstGeom prst="rect">
                <a:avLst/>
              </a:prstGeom>
            </p:spPr>
          </p:pic>
        </mc:Fallback>
      </mc:AlternateContent>
    </p:spTree>
    <p:extLst>
      <p:ext uri="{BB962C8B-B14F-4D97-AF65-F5344CB8AC3E}">
        <p14:creationId xmlns:p14="http://schemas.microsoft.com/office/powerpoint/2010/main" val="70397087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md type="call" cmd="playFrom(0.0)">
                                      <p:cBhvr>
                                        <p:cTn id="7"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444</TotalTime>
  <Words>211</Words>
  <Application>Microsoft Office PowerPoint</Application>
  <PresentationFormat>Custom</PresentationFormat>
  <Paragraphs>30</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Comic Sans MS</vt:lpstr>
      <vt:lpstr>Poppins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Saroj Kumar Jha</dc:creator>
  <cp:lastModifiedBy>Saroj Kumar Jha</cp:lastModifiedBy>
  <cp:revision>26</cp:revision>
  <dcterms:created xsi:type="dcterms:W3CDTF">2022-03-28T08:58:00Z</dcterms:created>
  <dcterms:modified xsi:type="dcterms:W3CDTF">2022-03-29T05:58:14Z</dcterms:modified>
</cp:coreProperties>
</file>